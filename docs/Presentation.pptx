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6213A"/>
                </a:solidFill>
              </a:rPr>
              <a:t>EChallenge — Plateforme d'examens en ligne</a:t>
            </a:r>
          </a:p>
          <a:p>
            <a:r>
              <a:rPr sz="2400">
                <a:solidFill>
                  <a:srgbClr val="D8432F"/>
                </a:solidFill>
              </a:rPr>
              <a:t>Projet de Fin de Module — JEE / Spring Boot</a:t>
            </a:r>
          </a:p>
          <a:p>
            <a:r>
              <a:rPr sz="1800">
                <a:solidFill>
                  <a:srgbClr val="68707F"/>
                </a:solidFill>
              </a:rPr>
              <a:t>Mehdi Aichouch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6213A"/>
                </a:solidFill>
              </a:rPr>
              <a:t>Contexte et objectifs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Gérer des examens en ligne de bout en bout : référentiel de questions, tests, créneaux, passage et notation.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Deux profils : Administrateur (gestion) et Candidat (inscription, examen, résultats).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Application des concepts du module : architecture en couches, UML, Spring Boot, Spring MVC, couche métier, DAO Spring Data, Spring Security.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CRUD complet sur 11 entités en relation + authentification JWT par rôles.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6213A"/>
                </a:solidFill>
              </a:rPr>
              <a:t>Architecture technique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234440"/>
            <a:ext cx="74930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6213A"/>
                </a:solidFill>
              </a:rPr>
              <a:t>Diagramme de classes UML — Entités du domaine</a:t>
            </a:r>
          </a:p>
        </p:txBody>
      </p:sp>
      <p:pic>
        <p:nvPicPr>
          <p:cNvPr id="3" name="Picture 2" descr="ent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280160"/>
            <a:ext cx="698789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6213A"/>
                </a:solidFill>
              </a:rPr>
              <a:t>Sécurisation — Spring Security + JWT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Authentification stateless : login → JWT signé HS256 (email, rôle, id).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Mots de passe hachés avec BCrypt.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JwtAuthFilter valide le jeton à chaque requête (Authorization: Bearer).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Autorisations par rôle : /api/admin/** → ADMIN, /api/candidate/** → CANDIDATE, /api/auth/** public.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Un candidat ne peut accéder qu'à ses propres sessions et résultats.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6213A"/>
                </a:solidFill>
              </a:rPr>
              <a:t>Démonstration — Accueil et connexion</a:t>
            </a:r>
          </a:p>
        </p:txBody>
      </p:sp>
      <p:pic>
        <p:nvPicPr>
          <p:cNvPr id="3" name="Picture 2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577840" cy="3486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8348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8707F"/>
                </a:solidFill>
              </a:rPr>
              <a:t>Catalogue public des tests</a:t>
            </a:r>
          </a:p>
        </p:txBody>
      </p:sp>
      <p:pic>
        <p:nvPicPr>
          <p:cNvPr id="5" name="Picture 4" descr="12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71600"/>
            <a:ext cx="5577840" cy="3486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498348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8707F"/>
                </a:solidFill>
              </a:rPr>
              <a:t>Connexion pré-remplie (comptes démo)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6213A"/>
                </a:solidFill>
              </a:rPr>
              <a:t>Démonstration — Espace administrateur</a:t>
            </a:r>
          </a:p>
        </p:txBody>
      </p:sp>
      <p:pic>
        <p:nvPicPr>
          <p:cNvPr id="3" name="Picture 2" descr="04-admin-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577840" cy="3486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8348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8707F"/>
                </a:solidFill>
              </a:rPr>
              <a:t>Gestion des questions et options</a:t>
            </a:r>
          </a:p>
        </p:txBody>
      </p:sp>
      <p:pic>
        <p:nvPicPr>
          <p:cNvPr id="5" name="Picture 4" descr="11-admin-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71600"/>
            <a:ext cx="5577840" cy="3486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498348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8707F"/>
                </a:solidFill>
              </a:rPr>
              <a:t>Tous les résultats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6213A"/>
                </a:solidFill>
              </a:rPr>
              <a:t>Démonstration — Passage d'un examen</a:t>
            </a:r>
          </a:p>
        </p:txBody>
      </p:sp>
      <p:pic>
        <p:nvPicPr>
          <p:cNvPr id="3" name="Picture 2" descr="06-take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577840" cy="3486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8348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8707F"/>
                </a:solidFill>
              </a:rPr>
              <a:t>Examen chronométré, questions aléatoires</a:t>
            </a:r>
          </a:p>
        </p:txBody>
      </p:sp>
      <p:pic>
        <p:nvPicPr>
          <p:cNvPr id="5" name="Picture 4" descr="07-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71600"/>
            <a:ext cx="5577840" cy="3486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498348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8707F"/>
                </a:solidFill>
              </a:rPr>
              <a:t>Copie rendue : score immédiat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6213A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Architecture propre en couches distinctes, conforme aux exigences du module.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Stack moderne : Spring Boot 3.5, Spring Data JPA, Spring Security 6 + JWT, React 19.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CRUD complet sur 11 entités en relation, workflow d'examen de bout en bout, règles métier protégées.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6213A"/>
                </a:solidFill>
              </a:rPr>
              <a:t>•  Perspectives : notifications e-mail, types de questions supplémentaires, statistiques avancées, déploiement 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