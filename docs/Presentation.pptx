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8432F"/>
                </a:solidFill>
                <a:latin typeface="Consolas"/>
              </a:rPr>
              <a:t>PROJET DE FIN DE MODULE — JEE / SPRING BOOT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Georgia"/>
              </a:rPr>
              <a:t>EChallenge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3CBDD"/>
                </a:solidFill>
                <a:latin typeface="Calibri"/>
              </a:rPr>
              <a:t>Plateforme d'examens en ligne — inscription, passage chronométré, notation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3CBDD"/>
                </a:solidFill>
                <a:latin typeface="Calibri"/>
              </a:rPr>
              <a:t>Mehdi Aichouch  ·  Encadré par Pr. Meryem Amane  ·  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POURQUOI CE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Contexte et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Problème — </a:t>
            </a:r>
            <a:r>
              <a:rPr sz="1600">
                <a:solidFill>
                  <a:srgbClr val="16213A"/>
                </a:solidFill>
              </a:rPr>
              <a:t>examens papier lourds à organiser : convocations, surveillance, correction manuelle.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Réponse — </a:t>
            </a:r>
            <a:r>
              <a:rPr sz="1600">
                <a:solidFill>
                  <a:srgbClr val="16213A"/>
                </a:solidFill>
              </a:rPr>
              <a:t>une plateforme web qui couvre tout le cycle : référentiel, créneaux, passage, notation.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Deux profils — </a:t>
            </a:r>
            <a:r>
              <a:rPr sz="1600">
                <a:solidFill>
                  <a:srgbClr val="16213A"/>
                </a:solidFill>
              </a:rPr>
              <a:t>Administrateur (gestion) et Candidat (inscription, examen, résultats).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Cadre pédagogique — </a:t>
            </a:r>
            <a:r>
              <a:rPr sz="1600">
                <a:solidFill>
                  <a:srgbClr val="16213A"/>
                </a:solidFill>
              </a:rPr>
              <a:t>architecture en couches, UML, Spring Boot, Spring Data, Spring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9202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D8432F"/>
                </a:solidFill>
                <a:latin typeface="Georgi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8707F"/>
                </a:solidFill>
                <a:latin typeface="Calibri"/>
              </a:rPr>
              <a:t>entités JPA en 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D8432F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8707F"/>
                </a:solidFill>
                <a:latin typeface="Calibri"/>
              </a:rPr>
              <a:t>services métier (interface + impl)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394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D8432F"/>
                </a:solidFill>
                <a:latin typeface="Georgia"/>
              </a:rPr>
              <a:t>50 %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263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8707F"/>
                </a:solidFill>
                <a:latin typeface="Calibri"/>
              </a:rPr>
              <a:t>seuil de réussite automatique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Architecture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81328"/>
            <a:ext cx="7112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Diagramme de classes — entités du domaine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ent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481328"/>
            <a:ext cx="662954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Sécurisation — Spring Security + JWT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960120" y="1783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755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Connexion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01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login / mot de passe — hachage BCrypt vérifié en base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2926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898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Jeton JWT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944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signé HS256, contient email, rôle et identifiant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4069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041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Filtre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087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JwtAuthFilter valide « Authorization: Bearer » à chaque requête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5212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184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Autorisations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230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/api/admin/** → ADMIN · /api/candidate/** → CANDIDATE · /api/auth/** public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64008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8707F"/>
                </a:solidFill>
                <a:latin typeface="Calibri"/>
              </a:rPr>
              <a:t>Un candidat ne peut démarrer, soumettre ou consulter que ses propres sessions.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Accueil et connexion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5440680" cy="3400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Catalogue public des tests</a:t>
            </a:r>
          </a:p>
        </p:txBody>
      </p:sp>
      <p:pic>
        <p:nvPicPr>
          <p:cNvPr id="8" name="Picture 7" descr="12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72768"/>
            <a:ext cx="5440680" cy="3400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Connexion pré-remplie (comptes démo)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Espace administrateur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04-admin-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5440680" cy="3400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Gestion des questions et options</a:t>
            </a:r>
          </a:p>
        </p:txBody>
      </p:sp>
      <p:pic>
        <p:nvPicPr>
          <p:cNvPr id="8" name="Picture 7" descr="11-admin-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72768"/>
            <a:ext cx="5440680" cy="3400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Tous les résultats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Passage d'un examen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06-take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5440680" cy="3400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Examen chronométré, questions aléatoires</a:t>
            </a:r>
          </a:p>
        </p:txBody>
      </p:sp>
      <p:pic>
        <p:nvPicPr>
          <p:cNvPr id="8" name="Picture 7" descr="07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72768"/>
            <a:ext cx="5440680" cy="3400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Copie rendue : score immédiat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Un cycle d'examen couvert de bout en 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Architecture en couches conforme aux exigences du module — web, métier (interfaces + impl), DAO, sécurité transversale.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Stack moderne : Spring Boot 3.5, Spring Data JPA, Spring Security 6 + JWT, React 19.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CRUD complet sur 11 entités, règles métier protégées, notation automatique vérifiée.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Perspectives : notifications e-mail, nouveaux types de questions, statistiques, déploiement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Code source : github.com/mehdiaichouch2002/echallenge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3CBD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